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6c5fdd4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6c5fdd4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6c5fdd4c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6c5fdd4c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6c5fdd4c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6c5fdd4c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6c5fdd4c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6c5fdd4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6c5fdd4c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6c5fdd4c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e6c5fdd4c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e6c5fdd4c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87983"/>
                </a:solidFill>
              </a:rPr>
              <a:t>Etapa Técnica:</a:t>
            </a:r>
            <a:r>
              <a:rPr b="1" lang="pt-BR">
                <a:solidFill>
                  <a:srgbClr val="687983"/>
                </a:solidFill>
              </a:rPr>
              <a:t> </a:t>
            </a:r>
            <a:endParaRPr b="1">
              <a:solidFill>
                <a:srgbClr val="68798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687983"/>
                </a:solidFill>
              </a:rPr>
              <a:t>Vista Software</a:t>
            </a:r>
            <a:endParaRPr b="1">
              <a:solidFill>
                <a:srgbClr val="687983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1820">
                <a:solidFill>
                  <a:srgbClr val="687983"/>
                </a:solidFill>
              </a:rPr>
              <a:t>Visão geral do problema:</a:t>
            </a:r>
            <a:endParaRPr b="1" sz="1820">
              <a:solidFill>
                <a:srgbClr val="687983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Sistema de Gestão de locação para imobiliárias contendo features de Cadastro, Atualização, Pesquisa (Imóveis, Proprietários, Clientes, e Contratos de Locação (além de features que integrações);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12261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BR" sz="1700"/>
              <a:t>Back-End:</a:t>
            </a:r>
            <a:r>
              <a:rPr lang="pt-BR" sz="1700"/>
              <a:t> </a:t>
            </a:r>
            <a:endParaRPr sz="1700"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/>
              <a:t>PHP (sem frameworks)</a:t>
            </a:r>
            <a:endParaRPr sz="1700"/>
          </a:p>
          <a:p>
            <a:pPr indent="-312261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BR" sz="1700"/>
              <a:t>Front-End: </a:t>
            </a:r>
            <a:endParaRPr b="1" sz="1700"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/>
              <a:t>HTML, CSS, Javascript e requisições Ajax;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/>
              <a:t>Vale ressaltar que não existe uma separação bem definida entre as camadas do sistema;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20">
                <a:solidFill>
                  <a:srgbClr val="687983"/>
                </a:solidFill>
              </a:rPr>
              <a:t>Resolução da Demanda/Problema: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Elaborar um projeto onde pudessem ser resolvidos as demandas de separação das camadas, de forma mais elaborada e, ainda, seguir os requisitos abaixo:</a:t>
            </a:r>
            <a:endParaRPr sz="13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Verdana"/>
              <a:buChar char="●"/>
            </a:pPr>
            <a:r>
              <a:rPr lang="pt-BR" sz="1300"/>
              <a:t>Facilite as alterações quando é necessário mudar a tela para melhorias de interface;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Verdana"/>
              <a:buChar char="●"/>
            </a:pPr>
            <a:r>
              <a:rPr lang="pt-BR" sz="1300"/>
              <a:t>Otimize o processo de desenvolvimento do front promovendo a reutilização de componentes em diferentes áreas do sistema;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Verdana"/>
              <a:buChar char="●"/>
            </a:pPr>
            <a:r>
              <a:rPr lang="pt-BR" sz="1300"/>
              <a:t>Adote padrões e/ou tecnologias atuais que contribuam para qualidade do código;</a:t>
            </a:r>
            <a:endParaRPr sz="13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20">
                <a:solidFill>
                  <a:srgbClr val="687983"/>
                </a:solidFill>
              </a:rPr>
              <a:t>Separação do Back-End e Front- End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Como estamos falando em refatoração de tal projeto existente, foi pensado a respeito de criar uma API onde pudéssemos prover o serviço das features existentes para os clientes internos e, ainda, para os clientes externos que precisam integrar com nosso sistema;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1913" y="2370575"/>
            <a:ext cx="4200175" cy="24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20">
                <a:solidFill>
                  <a:srgbClr val="687983"/>
                </a:solidFill>
              </a:rPr>
              <a:t>Requisito 1: </a:t>
            </a:r>
            <a:r>
              <a:rPr lang="pt-BR" sz="1708">
                <a:solidFill>
                  <a:srgbClr val="687983"/>
                </a:solidFill>
              </a:rPr>
              <a:t>Facilitar</a:t>
            </a:r>
            <a:r>
              <a:rPr lang="pt-BR" sz="1708">
                <a:solidFill>
                  <a:srgbClr val="687983"/>
                </a:solidFill>
              </a:rPr>
              <a:t> as alterações quando é necessário mudar a tela para melhorias de interface</a:t>
            </a:r>
            <a:endParaRPr sz="2688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/>
              <a:t>Visando a manutenção das páginas e seus elementos da página, visando o seu reuso e, também, um tempo menor em suas entregas, além de menor impacto no cliente final, </a:t>
            </a:r>
            <a:r>
              <a:rPr lang="pt-BR" sz="1300"/>
              <a:t>poderíamos</a:t>
            </a:r>
            <a:r>
              <a:rPr lang="pt-BR" sz="1300"/>
              <a:t> trabalhar com </a:t>
            </a:r>
            <a:r>
              <a:rPr b="1" lang="pt-BR" sz="1300"/>
              <a:t>componentizaçã</a:t>
            </a:r>
            <a:r>
              <a:rPr lang="pt-BR" sz="1300"/>
              <a:t>o de elementos. Diante disso, existem algumas bibliotecas que nos ajudam a esse objetivo como o </a:t>
            </a:r>
            <a:r>
              <a:rPr b="1" lang="pt-BR" sz="1300"/>
              <a:t>React</a:t>
            </a:r>
            <a:r>
              <a:rPr lang="pt-BR" sz="1300"/>
              <a:t>, </a:t>
            </a:r>
            <a:r>
              <a:rPr b="1" lang="pt-BR" sz="1300"/>
              <a:t>Angular</a:t>
            </a:r>
            <a:r>
              <a:rPr lang="pt-BR" sz="1300"/>
              <a:t> ou </a:t>
            </a:r>
            <a:r>
              <a:rPr b="1" lang="pt-BR" sz="1300"/>
              <a:t>Vue</a:t>
            </a:r>
            <a:r>
              <a:rPr lang="pt-BR" sz="1300"/>
              <a:t>;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20">
                <a:solidFill>
                  <a:srgbClr val="687983"/>
                </a:solidFill>
              </a:rPr>
              <a:t>Requisito 2: </a:t>
            </a:r>
            <a:r>
              <a:rPr lang="pt-BR" sz="1708">
                <a:solidFill>
                  <a:srgbClr val="687983"/>
                </a:solidFill>
              </a:rPr>
              <a:t>Otimizar o processo de desenvolvimento do front, promovendo a reutilização de componentes em diferentes áreas do sistema;</a:t>
            </a:r>
            <a:endParaRPr sz="2688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/>
              <a:t>Conforme abordado no requisito anterior, o </a:t>
            </a:r>
            <a:r>
              <a:rPr b="1" lang="pt-BR" sz="1300"/>
              <a:t>React</a:t>
            </a:r>
            <a:r>
              <a:rPr lang="pt-BR" sz="1300"/>
              <a:t> nos traz tal benefício da </a:t>
            </a:r>
            <a:r>
              <a:rPr b="1" lang="pt-BR" sz="1300"/>
              <a:t>componentização de elementos</a:t>
            </a:r>
            <a:r>
              <a:rPr lang="pt-BR" sz="1300"/>
              <a:t>, diminuindo tempo de desenvolvimento pois, já vão existir vários componentes que podem estar prontos e disponíveis para uso dentro do projeto (visando as boas práticas de que, </a:t>
            </a:r>
            <a:r>
              <a:rPr b="1" lang="pt-BR" sz="1300"/>
              <a:t>todo elemento que tende a se repetir, é um bom candidato a virar um componente</a:t>
            </a:r>
            <a:r>
              <a:rPr lang="pt-BR" sz="1300"/>
              <a:t>);</a:t>
            </a:r>
            <a:endParaRPr sz="13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/>
              <a:t>Com isso, também ganhamos o benefício da </a:t>
            </a:r>
            <a:r>
              <a:rPr b="1" lang="pt-BR" sz="1300"/>
              <a:t>padronização</a:t>
            </a:r>
            <a:r>
              <a:rPr lang="pt-BR" sz="1300"/>
              <a:t> e, também, de deixar a </a:t>
            </a:r>
            <a:r>
              <a:rPr b="1" lang="pt-BR" sz="1300"/>
              <a:t>aplicação mais clean</a:t>
            </a:r>
            <a:r>
              <a:rPr lang="pt-BR" sz="1300"/>
              <a:t>, de forma visual;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9025" y="3155201"/>
            <a:ext cx="3508749" cy="18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20">
                <a:solidFill>
                  <a:srgbClr val="687983"/>
                </a:solidFill>
              </a:rPr>
              <a:t>Requisito 3: </a:t>
            </a:r>
            <a:r>
              <a:rPr lang="pt-BR" sz="1820">
                <a:solidFill>
                  <a:srgbClr val="687983"/>
                </a:solidFill>
              </a:rPr>
              <a:t>Adote padrões e/ou tecnologias atuais que contribuem para qualidade do código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700"/>
              <a:t>Aqui, podemos começar a citar as bibliotecas que estariam sendo utilizadas do próprio React e que nos auxiliam </a:t>
            </a:r>
            <a:r>
              <a:rPr lang="pt-BR" sz="2700"/>
              <a:t>nesta</a:t>
            </a:r>
            <a:r>
              <a:rPr lang="pt-BR" sz="2700"/>
              <a:t> demanda como, por exemplo, o </a:t>
            </a:r>
            <a:r>
              <a:rPr b="1" lang="pt-BR" sz="2700"/>
              <a:t>Styled-Components</a:t>
            </a:r>
            <a:r>
              <a:rPr lang="pt-BR" sz="2700"/>
              <a:t>, o </a:t>
            </a:r>
            <a:r>
              <a:rPr b="1" lang="pt-BR" sz="2700"/>
              <a:t>Material-U</a:t>
            </a:r>
            <a:r>
              <a:rPr lang="pt-BR" sz="2700"/>
              <a:t>I;</a:t>
            </a:r>
            <a:endParaRPr sz="27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700"/>
              <a:t>Poderíamos, também, em </a:t>
            </a:r>
            <a:r>
              <a:rPr lang="pt-BR" sz="2700"/>
              <a:t>components</a:t>
            </a:r>
            <a:r>
              <a:rPr lang="pt-BR" sz="2700"/>
              <a:t> que </a:t>
            </a:r>
            <a:r>
              <a:rPr lang="pt-BR" sz="2700"/>
              <a:t>trabalham</a:t>
            </a:r>
            <a:r>
              <a:rPr lang="pt-BR" sz="2700"/>
              <a:t> com lógica, realiza-los utilizando </a:t>
            </a:r>
            <a:r>
              <a:rPr b="1" lang="pt-BR" sz="2700"/>
              <a:t>TDD</a:t>
            </a:r>
            <a:r>
              <a:rPr lang="pt-BR" sz="2700"/>
              <a:t>, aplicando testes durante o seu desenvolvimento;</a:t>
            </a:r>
            <a:endParaRPr sz="27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700"/>
              <a:t>Por fim, pensando na forma de padronização da equipe interna e visando sua melhor produtividade, </a:t>
            </a:r>
            <a:r>
              <a:rPr lang="pt-BR" sz="2700"/>
              <a:t>poderíamos</a:t>
            </a:r>
            <a:r>
              <a:rPr lang="pt-BR" sz="2700"/>
              <a:t> </a:t>
            </a:r>
            <a:r>
              <a:rPr b="1" lang="pt-BR" sz="2700"/>
              <a:t>padronizar os commits</a:t>
            </a:r>
            <a:r>
              <a:rPr lang="pt-BR" sz="2700"/>
              <a:t> de cada component, o que facilitaria a identificar o que cada alteração está fazendo, além de </a:t>
            </a:r>
            <a:r>
              <a:rPr b="1" lang="pt-BR" sz="2700"/>
              <a:t>adotarmos o git flow</a:t>
            </a:r>
            <a:r>
              <a:rPr lang="pt-BR" sz="2700"/>
              <a:t> que auxiliaria em todas as etapas de desenvolvimento e correções;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025" y="4465525"/>
            <a:ext cx="677975" cy="6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